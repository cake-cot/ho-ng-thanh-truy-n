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Merriweather" panose="020F0502020204030204" pitchFamily="2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4881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1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74104" y="1077590"/>
            <a:ext cx="5112767" cy="482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Báo Cáo Kết Thúc Học Phần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74104" y="1621482"/>
            <a:ext cx="2632993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Lập Trình Hướng Đối Tượng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74104" y="2094012"/>
            <a:ext cx="7995791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Tên đề tài:</a:t>
            </a: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Quản Lý Thư Viện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4104" y="2514451"/>
            <a:ext cx="7995791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Sinh viên:</a:t>
            </a: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Hoàng Thanh Truyền — MSSV: 242013027— Lớp: CIT2431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4104" y="2934891"/>
            <a:ext cx="7995791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Giảng viên hướng dẫn:</a:t>
            </a: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Trần Anh Tuấn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4104" y="3355330"/>
            <a:ext cx="7995791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Đăk Lăk, ngày 14 tháng 05 năm 2026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74104" y="3775770"/>
            <a:ext cx="2428429" cy="290066"/>
          </a:xfrm>
          <a:prstGeom prst="roundRect">
            <a:avLst>
              <a:gd name="adj" fmla="val 17874"/>
            </a:avLst>
          </a:prstGeom>
          <a:solidFill>
            <a:srgbClr val="001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66676" y="3822055"/>
            <a:ext cx="2243286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CAO ĐẲNG BÁCH KHOA TÂY NGUYÊN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4104" y="596429"/>
            <a:ext cx="3857625" cy="482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Phần 1: Mô Tả Đề Tài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74104" y="1387227"/>
            <a:ext cx="1635547" cy="299591"/>
          </a:xfrm>
          <a:prstGeom prst="roundRect">
            <a:avLst>
              <a:gd name="adj" fmla="val 17306"/>
            </a:avLst>
          </a:prstGeom>
          <a:noFill/>
          <a:ln w="4763">
            <a:solidFill>
              <a:srgbClr val="609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71438" y="1438275"/>
            <a:ext cx="1440879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GIỚI THIỆU PHẦN MỀM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63004" y="1860352"/>
            <a:ext cx="4031903" cy="2686720"/>
          </a:xfrm>
          <a:prstGeom prst="roundRect">
            <a:avLst>
              <a:gd name="adj" fmla="val 4135"/>
            </a:avLst>
          </a:prstGeom>
          <a:solidFill>
            <a:srgbClr val="041938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17265" y="2014612"/>
            <a:ext cx="1928813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Phần mềm là gì?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17265" y="2409974"/>
            <a:ext cx="3723382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Ứng dụng console viết bằng C++ để quản lý danh sách phương tiện giao thông (Ô tô và Mô tô).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7265" y="3042642"/>
            <a:ext cx="3723382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Mục đích:</a:t>
            </a: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Quản lý thông tin phương tiện, thực hiện thêm/xóa/sửa/tìm kiếm, lưu/đọc dữ liệu từ file và hiển thị danh sách phân trang.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64956" y="2014612"/>
            <a:ext cx="1928813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Phạm vi phần mềm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64956" y="2409974"/>
            <a:ext cx="3809702" cy="2083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Ứng dụng console, chạy trên môi trường Windows (sử dụng conio.h, _getch(), system("cls") để xóa màn hình)</a:t>
            </a:r>
            <a:endParaRPr lang="en-US" sz="120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Dữ liệu lưu dưới dạng file văn bản (data_phuongtien.txt) trên local; không hỗ trợ mạng hay nhiều người dùng đồng thời</a:t>
            </a:r>
            <a:endParaRPr lang="en-US" sz="120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Hệ thống phù hợp cho mục đích học tập và đồ án quy mô nhỏ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9046" y="428104"/>
            <a:ext cx="3870871" cy="467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Các Chức Năng Chính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99046" y="1184821"/>
            <a:ext cx="3800549" cy="1692846"/>
          </a:xfrm>
          <a:prstGeom prst="roundRect">
            <a:avLst>
              <a:gd name="adj" fmla="val 3709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53232" y="1339007"/>
            <a:ext cx="448419" cy="448419"/>
          </a:xfrm>
          <a:prstGeom prst="roundRect">
            <a:avLst>
              <a:gd name="adj" fmla="val 12743502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6536" y="1462311"/>
            <a:ext cx="201737" cy="2017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3232" y="1932236"/>
            <a:ext cx="1868537" cy="233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Quản lý ô tô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53232" y="2252588"/>
            <a:ext cx="3492178" cy="470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Thêm, xóa, sửa, tìm kiếm, hiển thị danh sách ô tô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44405" y="1184821"/>
            <a:ext cx="3800549" cy="1692846"/>
          </a:xfrm>
          <a:prstGeom prst="roundRect">
            <a:avLst>
              <a:gd name="adj" fmla="val 3709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798591" y="1339007"/>
            <a:ext cx="448419" cy="448419"/>
          </a:xfrm>
          <a:prstGeom prst="roundRect">
            <a:avLst>
              <a:gd name="adj" fmla="val 12743502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21895" y="1462311"/>
            <a:ext cx="201737" cy="20173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98591" y="1932236"/>
            <a:ext cx="1868537" cy="233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Quản lý mô tô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798591" y="2252588"/>
            <a:ext cx="3492178" cy="470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Thêm, xóa, sửa, tìm kiếm, hiển thị danh sách mô tô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99046" y="3022476"/>
            <a:ext cx="3800549" cy="1692846"/>
          </a:xfrm>
          <a:prstGeom prst="roundRect">
            <a:avLst>
              <a:gd name="adj" fmla="val 3709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853232" y="3176662"/>
            <a:ext cx="448419" cy="448419"/>
          </a:xfrm>
          <a:prstGeom prst="roundRect">
            <a:avLst>
              <a:gd name="adj" fmla="val 12743502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6536" y="3299966"/>
            <a:ext cx="201737" cy="20173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3232" y="3769891"/>
            <a:ext cx="1959471" cy="233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Phân trang danh sách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53232" y="4090243"/>
            <a:ext cx="3492178" cy="470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Hiển thị 5 bản ghi/trang, điều hướng bằng phím số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644405" y="3022476"/>
            <a:ext cx="3800549" cy="1692846"/>
          </a:xfrm>
          <a:prstGeom prst="roundRect">
            <a:avLst>
              <a:gd name="adj" fmla="val 3709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4798591" y="3176662"/>
            <a:ext cx="448419" cy="448419"/>
          </a:xfrm>
          <a:prstGeom prst="roundRect">
            <a:avLst>
              <a:gd name="adj" fmla="val 12743502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21895" y="3299966"/>
            <a:ext cx="201737" cy="20173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98591" y="3769891"/>
            <a:ext cx="1868537" cy="233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Lưu &amp; Đọc File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4798591" y="4090243"/>
            <a:ext cx="3492178" cy="470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Tự động lưu khi thoát và tự động đọc khi khởi động chương trình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6538" y="444475"/>
            <a:ext cx="3797350" cy="474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Tổng Quan Kỹ Thuật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636538" y="1218084"/>
            <a:ext cx="1248221" cy="293489"/>
          </a:xfrm>
          <a:prstGeom prst="roundRect">
            <a:avLst>
              <a:gd name="adj" fmla="val 17390"/>
            </a:avLst>
          </a:prstGeom>
          <a:noFill/>
          <a:ln w="4763">
            <a:solidFill>
              <a:srgbClr val="609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2383" y="1268388"/>
            <a:ext cx="105653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THÔNG SỐ DỰ ÁN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36538" y="1679749"/>
            <a:ext cx="7870850" cy="3019276"/>
          </a:xfrm>
          <a:prstGeom prst="roundRect">
            <a:avLst>
              <a:gd name="adj" fmla="val 2113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1300" y="1684511"/>
            <a:ext cx="7861325" cy="4299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93254" y="1778943"/>
            <a:ext cx="2445321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Tên dự án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547095" y="1778943"/>
            <a:ext cx="4803651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QLPTGT – Quản Lý Phương Tiện Giao Thông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1300" y="2114476"/>
            <a:ext cx="7861325" cy="42996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93254" y="2208907"/>
            <a:ext cx="2445321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Ngôn ngữ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547095" y="2208907"/>
            <a:ext cx="4803651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C++ (C++14/17)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1300" y="2544440"/>
            <a:ext cx="7861325" cy="4299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3254" y="2638871"/>
            <a:ext cx="2445321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IDE / Build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47095" y="2638871"/>
            <a:ext cx="4803651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Visual Studio 2022 (v143), x64 Debug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1300" y="2974404"/>
            <a:ext cx="7861325" cy="42996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93254" y="3068836"/>
            <a:ext cx="2445321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Platform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547095" y="3068836"/>
            <a:ext cx="4803651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Windows (conio.h, system("cls"))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1300" y="3404369"/>
            <a:ext cx="7861325" cy="4299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93254" y="3498800"/>
            <a:ext cx="2445321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Số file nguồn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547095" y="3498800"/>
            <a:ext cx="4803651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 file: main.cpp, PhuongTien.h, DanhSachPhuongTien.h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1300" y="3834333"/>
            <a:ext cx="7861325" cy="42996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93254" y="3928765"/>
            <a:ext cx="2445321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Lưu trữ dữ liệu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547095" y="3928765"/>
            <a:ext cx="4803651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File văn bản: data_phuongtien.txt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1300" y="4264298"/>
            <a:ext cx="7861325" cy="4299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93254" y="4358729"/>
            <a:ext cx="2445321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Cấu trúc dữ liệu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547095" y="4358729"/>
            <a:ext cx="4803651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Danh sách liên kết đơn (Singly Linked List)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85876" y="292819"/>
            <a:ext cx="2640732" cy="323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Phần 2: Cấu Trúc Lớp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885876" y="756047"/>
            <a:ext cx="1414090" cy="173013"/>
          </a:xfrm>
          <a:prstGeom prst="roundRect">
            <a:avLst>
              <a:gd name="adj" fmla="val 20134"/>
            </a:avLst>
          </a:prstGeom>
          <a:solidFill>
            <a:srgbClr val="001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948011" y="787078"/>
            <a:ext cx="1289819" cy="110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KIẾN TRÚC HƯỚNG ĐỐI TƯỢNG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885876" y="1007418"/>
            <a:ext cx="5372174" cy="138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Sơ đồ UML (dạng text tóm tắt):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885876" y="1224409"/>
            <a:ext cx="5372174" cy="138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CPhuongTien (abstract)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885876" y="1441400"/>
            <a:ext cx="5372174" cy="138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|-- COto (SoChoNgoi, KieuDongCo)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885876" y="1658392"/>
            <a:ext cx="5372174" cy="138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|-- CMoto (LoaiXe)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885876" y="1875383"/>
            <a:ext cx="5372174" cy="138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NodePhuongTien (CPhuongTien* data, NodePhuongTien* next)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885876" y="2092375"/>
            <a:ext cx="5372174" cy="138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CDanhSachPhuongTien --&gt; head: NodePhuongTien*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885876" y="2309366"/>
            <a:ext cx="5372174" cy="138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CQuanLyTienGiaoThong --&gt; dsPhuongTien: CDanhSachPhuongTien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885876" y="2526357"/>
            <a:ext cx="5372174" cy="2324249"/>
          </a:xfrm>
          <a:prstGeom prst="roundRect">
            <a:avLst>
              <a:gd name="adj" fmla="val 1873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890638" y="2531120"/>
            <a:ext cx="5362649" cy="23165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994371" y="2577629"/>
            <a:ext cx="862831" cy="138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Lớp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069282" y="2577629"/>
            <a:ext cx="1128564" cy="138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Loại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409926" y="2577629"/>
            <a:ext cx="2739703" cy="138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Mô tả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890638" y="2762771"/>
            <a:ext cx="5362649" cy="37028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994371" y="2809280"/>
            <a:ext cx="862831" cy="138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CPhuongTien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069282" y="2809280"/>
            <a:ext cx="1128564" cy="138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Abstract (lớp cơ sở)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409926" y="2809280"/>
            <a:ext cx="2739703" cy="277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Chứa BienSo, HangSX, NamSX, MauSac. Có pure virtual getLoaiPhuongTien()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890638" y="3133055"/>
            <a:ext cx="5362649" cy="37028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994371" y="3179564"/>
            <a:ext cx="862831" cy="138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COto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069282" y="3179564"/>
            <a:ext cx="1128564" cy="138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Kế thừa CPhuongTien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409926" y="3179564"/>
            <a:ext cx="2739703" cy="277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Thêm SoChoNgoi (int), KieuDongCo (string). Xăng/Dầu/Điện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890638" y="3503340"/>
            <a:ext cx="5362649" cy="23165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994371" y="3549848"/>
            <a:ext cx="862831" cy="138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CMoto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069282" y="3549848"/>
            <a:ext cx="1128564" cy="138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Kế thừa CPhuongTien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409926" y="3549848"/>
            <a:ext cx="2739703" cy="138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Thêm LoaiXe (string). Tay ga/Xe số/Xe côn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890638" y="3734991"/>
            <a:ext cx="5362649" cy="37028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994371" y="3781499"/>
            <a:ext cx="862831" cy="277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NodePhuongTien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069282" y="3781499"/>
            <a:ext cx="1128564" cy="138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Struct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409926" y="3781499"/>
            <a:ext cx="2739703" cy="277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 trỏ CPhuongTien* data (đa hình) + NodePhuongTien* next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890638" y="4105275"/>
            <a:ext cx="5362649" cy="37028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994371" y="4151784"/>
            <a:ext cx="862831" cy="277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CDanhSachPhuongTien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069282" y="4151784"/>
            <a:ext cx="1128564" cy="138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Lớp quản lý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409926" y="4151784"/>
            <a:ext cx="2739703" cy="138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Linked List với head. Quản lý toàn bộ CRUD + file I/O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890638" y="4475559"/>
            <a:ext cx="5362649" cy="37028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994371" y="4522068"/>
            <a:ext cx="862831" cy="277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CQuanLyTienGiaoThong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069282" y="4522068"/>
            <a:ext cx="1128564" cy="138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Lớp điều phối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409926" y="4522068"/>
            <a:ext cx="2739703" cy="277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Chứa CDanhSachPhuongTien, xử lý menu và luồng người dùng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4104" y="678656"/>
            <a:ext cx="4635550" cy="482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Phần 3: Cấu Trúc Dữ Liệu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74104" y="1546547"/>
            <a:ext cx="1928813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Kiểu dữ liệu sử dụng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74104" y="1941909"/>
            <a:ext cx="3809702" cy="134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Chuỗi:</a:t>
            </a: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std::string cho biển số, hãng sản xuất, màu sắc, kiểu động cơ, loại xe</a:t>
            </a:r>
            <a:endParaRPr lang="en-US" sz="120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Số nguyên:</a:t>
            </a: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int cho năm sản xuất, số chỗ ngồi</a:t>
            </a:r>
            <a:endParaRPr lang="en-US" sz="120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 trỏ:</a:t>
            </a: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CPhuongTien* trong NodePhuongTien để đảm bảo tính đa hình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653855" y="1392287"/>
            <a:ext cx="4031903" cy="3072482"/>
          </a:xfrm>
          <a:prstGeom prst="roundRect">
            <a:avLst>
              <a:gd name="adj" fmla="val 3616"/>
            </a:avLst>
          </a:prstGeom>
          <a:solidFill>
            <a:srgbClr val="013180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808116" y="1546547"/>
            <a:ext cx="2113434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Danh sách liên kết đơn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808116" y="1941909"/>
            <a:ext cx="3723382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Dự án sử dụng Singly Linked List thủ công (không dùng STL container) với NodePhuongTien chứa con trỏ đa hình CPhuongTien* và con trỏ next trỏ tới nút tiếp theo.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08116" y="3068389"/>
            <a:ext cx="3723382" cy="134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Thêm:</a:t>
            </a: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Duyệt đến cuối danh sách, gắn nút mới</a:t>
            </a:r>
            <a:endParaRPr lang="en-US" sz="120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Xóa:</a:t>
            </a: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Cập nhật liên kết prev-&gt;next, giải phóng bộ nhớ bằng delete</a:t>
            </a:r>
            <a:endParaRPr lang="en-US" sz="120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Destructor:</a:t>
            </a: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Duyệt toàn bộ, giải phóng từng node và data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303" y="379512"/>
            <a:ext cx="4969297" cy="414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Phần 4: Các Chức Năng Chi Tiết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136303" y="1021705"/>
            <a:ext cx="6871395" cy="3742283"/>
          </a:xfrm>
          <a:prstGeom prst="roundRect">
            <a:avLst>
              <a:gd name="adj" fmla="val 1488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41065" y="1026468"/>
            <a:ext cx="6861870" cy="34334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73820" y="1099542"/>
            <a:ext cx="281285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5079" y="1099542"/>
            <a:ext cx="1788542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Chức năng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83596" y="1099542"/>
            <a:ext cx="3986733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Mô tả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141065" y="1369814"/>
            <a:ext cx="6861870" cy="5405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73820" y="1442889"/>
            <a:ext cx="281285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5079" y="1442889"/>
            <a:ext cx="1788542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Thêm phương tiện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83596" y="1442889"/>
            <a:ext cx="3986733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Chọn loại (Ô tô/Mô tô), nhập thông tin, kiểm tra biển số trùng, thêm cuối linked list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41065" y="1910358"/>
            <a:ext cx="6861870" cy="34334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73820" y="1983432"/>
            <a:ext cx="281285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25079" y="1983432"/>
            <a:ext cx="1788542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Xóa phương tiện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83596" y="1983432"/>
            <a:ext cx="3986733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Tìm theo biển số, xóa node, giải phóng bộ nhớ (delete)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141065" y="2253704"/>
            <a:ext cx="6861870" cy="5405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73820" y="2326779"/>
            <a:ext cx="281285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25079" y="2326779"/>
            <a:ext cx="1788542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Sửa thông tin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83596" y="2326779"/>
            <a:ext cx="3986733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Tìm theo biển số, cho chỉnh sửa từng trường. Dùng dynamic_cast để truy cập thuộc tính riêng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141065" y="2794248"/>
            <a:ext cx="6861870" cy="34334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273820" y="2867323"/>
            <a:ext cx="281285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25079" y="2867323"/>
            <a:ext cx="1788542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Tìm kiếm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83596" y="2867323"/>
            <a:ext cx="3986733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Tìm kiếm tuyến tính O(n) theo biển số, hiển thị bảng chi tiết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141065" y="3137595"/>
            <a:ext cx="6861870" cy="5405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273820" y="3210669"/>
            <a:ext cx="281285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25079" y="3210669"/>
            <a:ext cx="1788542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Hiển thị danh sách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83596" y="3210669"/>
            <a:ext cx="3986733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Xuất bảng 7 cột, phân trang 5 bản ghi/trang, điều hướng bằng phím số (_getch)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141065" y="3678138"/>
            <a:ext cx="6861870" cy="5405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273820" y="3751213"/>
            <a:ext cx="281285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825079" y="3751213"/>
            <a:ext cx="1788542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Lưu dữ liệu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883596" y="3751213"/>
            <a:ext cx="3986733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Ghi toàn bộ danh sách ra data_phuongtien.txt. Tự động lưu khi thoát chương trình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141065" y="4218682"/>
            <a:ext cx="6861870" cy="5405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273820" y="4291757"/>
            <a:ext cx="281285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7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825079" y="4291757"/>
            <a:ext cx="1788542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Đọc dữ liệu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883596" y="4291757"/>
            <a:ext cx="3986733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Đọc từ file, tạo đúng kiểu đối tượng (COto/CMoto) dựa trên nhãn đầu bản ghi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303" y="421109"/>
            <a:ext cx="6871395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Phần 5: Tính Chất Lập Trình Hướng Đối Tượng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136303" y="1477640"/>
            <a:ext cx="2214488" cy="1565374"/>
          </a:xfrm>
          <a:prstGeom prst="roundRect">
            <a:avLst>
              <a:gd name="adj" fmla="val 4381"/>
            </a:avLst>
          </a:prstGeom>
          <a:solidFill>
            <a:srgbClr val="09151A">
              <a:alpha val="95000"/>
            </a:srgbClr>
          </a:solidFill>
          <a:ln w="14288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2015" y="1477640"/>
            <a:ext cx="57150" cy="1565374"/>
          </a:xfrm>
          <a:prstGeom prst="roundRect">
            <a:avLst>
              <a:gd name="adj" fmla="val 97453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26059" y="1624533"/>
            <a:ext cx="1687785" cy="207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Kế thừa (Inheritance)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26059" y="1900089"/>
            <a:ext cx="1877839" cy="985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COto, CMoto kế thừa CPhuongTien – tái dùng 4 thuộc tính và các phương thức Nhap/Xuat/GhiFile/DocFile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64719" y="1477640"/>
            <a:ext cx="2214488" cy="1565374"/>
          </a:xfrm>
          <a:prstGeom prst="roundRect">
            <a:avLst>
              <a:gd name="adj" fmla="val 4381"/>
            </a:avLst>
          </a:prstGeom>
          <a:solidFill>
            <a:srgbClr val="09151A">
              <a:alpha val="95000"/>
            </a:srgbClr>
          </a:solidFill>
          <a:ln w="14288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50431" y="1477640"/>
            <a:ext cx="57150" cy="1565374"/>
          </a:xfrm>
          <a:prstGeom prst="roundRect">
            <a:avLst>
              <a:gd name="adj" fmla="val 97453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4475" y="1624533"/>
            <a:ext cx="1877839" cy="414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Đa hình (Polymorphism)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4475" y="2107332"/>
            <a:ext cx="1877839" cy="788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 trỏ CPhuongTien* gọi đúng Xuat() của COto hoặc CMoto tại runtime. DocFile() đọc đúng loại qua nhãn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93135" y="1477640"/>
            <a:ext cx="2214563" cy="1565374"/>
          </a:xfrm>
          <a:prstGeom prst="roundRect">
            <a:avLst>
              <a:gd name="adj" fmla="val 4381"/>
            </a:avLst>
          </a:prstGeom>
          <a:solidFill>
            <a:srgbClr val="09151A">
              <a:alpha val="95000"/>
            </a:srgbClr>
          </a:solidFill>
          <a:ln w="14288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778847" y="1477640"/>
            <a:ext cx="57150" cy="1565374"/>
          </a:xfrm>
          <a:prstGeom prst="roundRect">
            <a:avLst>
              <a:gd name="adj" fmla="val 97453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82891" y="1624533"/>
            <a:ext cx="1877913" cy="414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Đóng gói (Encapsulation)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82891" y="2107332"/>
            <a:ext cx="1877913" cy="788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Thuộc tính protected/private. Truy cập qua getBienSo(), setHangSX(), setSoChoNgoi()...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136303" y="3156942"/>
            <a:ext cx="2214488" cy="1565374"/>
          </a:xfrm>
          <a:prstGeom prst="roundRect">
            <a:avLst>
              <a:gd name="adj" fmla="val 4381"/>
            </a:avLst>
          </a:prstGeom>
          <a:solidFill>
            <a:srgbClr val="09151A">
              <a:alpha val="95000"/>
            </a:srgbClr>
          </a:solidFill>
          <a:ln w="14288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22015" y="3156942"/>
            <a:ext cx="57150" cy="1565374"/>
          </a:xfrm>
          <a:prstGeom prst="roundRect">
            <a:avLst>
              <a:gd name="adj" fmla="val 97453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326059" y="3303836"/>
            <a:ext cx="1877839" cy="414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Trừu tượng (Abstraction)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6059" y="3786634"/>
            <a:ext cx="1877839" cy="788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CPhuongTien có pure virtual getLoaiPhuongTien() → lớp trừu tượng, không thể khởi tạo trực tiếp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64719" y="3156942"/>
            <a:ext cx="2214488" cy="1565374"/>
          </a:xfrm>
          <a:prstGeom prst="roundRect">
            <a:avLst>
              <a:gd name="adj" fmla="val 4381"/>
            </a:avLst>
          </a:prstGeom>
          <a:solidFill>
            <a:srgbClr val="09151A">
              <a:alpha val="95000"/>
            </a:srgbClr>
          </a:solidFill>
          <a:ln w="14288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450431" y="3156942"/>
            <a:ext cx="57150" cy="1565374"/>
          </a:xfrm>
          <a:prstGeom prst="roundRect">
            <a:avLst>
              <a:gd name="adj" fmla="val 97453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4475" y="3303836"/>
            <a:ext cx="1657573" cy="207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Dynamic Cast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4475" y="3579391"/>
            <a:ext cx="1877839" cy="788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dynamic_cast và dynamic_cast trong hàm Sua() để truy cập thuộc tính riêng từng loại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8928" y="437629"/>
            <a:ext cx="4074393" cy="436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Phần 6: Lưu Trữ Dữ Liệu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948928" y="1191369"/>
            <a:ext cx="1747986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Cách lưu hiện tại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48928" y="1536576"/>
            <a:ext cx="3452515" cy="107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Dữ liệu được ghi vào file văn bản </a:t>
            </a:r>
            <a:r>
              <a:rPr lang="en-US" sz="110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data_phuongtien.txt</a:t>
            </a: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. Mỗi bản ghi gồm nhiều dòng theo thứ tự: nhãn loại (Oto/Moto), BienSo, HangSX, MauSac, và các trường riêng (SoChoNgoi + KieuDongCo với Ô tô, LoaiXe với Mô tô).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48928" y="2734047"/>
            <a:ext cx="1747986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Ưu điểm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48928" y="3079254"/>
            <a:ext cx="3452515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Dễ cài đặt, dễ đọc và debug bằng tay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48928" y="3419177"/>
            <a:ext cx="1747986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Nhược điểm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48928" y="3764384"/>
            <a:ext cx="3452515" cy="89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Dễ lỗi khi format thay đổi hoặc dữ liệu chứa ký tự đặc biệt</a:t>
            </a:r>
            <a:endParaRPr lang="en-US" sz="110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Không kiểm soát schema; đọc phải theo thứ tự chính xác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46637" y="1064642"/>
            <a:ext cx="3653879" cy="3641229"/>
          </a:xfrm>
          <a:prstGeom prst="roundRect">
            <a:avLst>
              <a:gd name="adj" fmla="val 2765"/>
            </a:avLst>
          </a:prstGeom>
          <a:solidFill>
            <a:srgbClr val="041938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86461" y="1191369"/>
            <a:ext cx="1747986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Gợi ý cải tiến</a:t>
            </a:r>
            <a:endParaRPr lang="en-US" sz="13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38923" y="1559272"/>
            <a:ext cx="209699" cy="20969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240908" y="1552352"/>
            <a:ext cx="1153492" cy="1065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Sử dụng </a:t>
            </a:r>
            <a:r>
              <a:rPr lang="en-US" sz="11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JSON hoặc CSV</a:t>
            </a: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(với escape) để dễ parse và tương thích hơn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5215" y="1559272"/>
            <a:ext cx="209699" cy="20969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07200" y="1552352"/>
            <a:ext cx="1153492" cy="852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Dùng </a:t>
            </a:r>
            <a:r>
              <a:rPr lang="en-US" sz="11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SQLite</a:t>
            </a: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cho tính toàn vẹn dữ liệu và hỗ trợ truy vấn tốt hơn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3442" y="343198"/>
            <a:ext cx="2652117" cy="331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Phần 7: Tổng Kết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1823442" y="857027"/>
            <a:ext cx="1557858" cy="1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Những điểm đã đạt được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3442" y="1095673"/>
            <a:ext cx="2619152" cy="1534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00"/>
              </a:lnSpc>
              <a:buSzPct val="100000"/>
              <a:buChar char="•"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Hoàn thiện các chức năng CRUD cho phương tiện giao thông (Ô tô, Mô tô)</a:t>
            </a:r>
            <a:endParaRPr lang="en-US" sz="800" dirty="0"/>
          </a:p>
          <a:p>
            <a:pPr marL="342900" indent="-342900" algn="l">
              <a:lnSpc>
                <a:spcPts val="1100"/>
              </a:lnSpc>
              <a:buSzPct val="100000"/>
              <a:buChar char="•"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Áp dụng đầy đủ 4 tính chất OOP: kế thừa, đa hình, đóng gói, trừu tượng</a:t>
            </a:r>
            <a:endParaRPr lang="en-US" sz="800" dirty="0"/>
          </a:p>
          <a:p>
            <a:pPr marL="342900" indent="-342900" algn="l">
              <a:lnSpc>
                <a:spcPts val="1100"/>
              </a:lnSpc>
              <a:buSzPct val="100000"/>
              <a:buChar char="•"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Quản lý bộ nhớ động thủ công bằng new/delete, destructor ảo đúng cách</a:t>
            </a:r>
            <a:endParaRPr lang="en-US" sz="800" dirty="0"/>
          </a:p>
          <a:p>
            <a:pPr marL="342900" indent="-342900" algn="l">
              <a:lnSpc>
                <a:spcPts val="1100"/>
              </a:lnSpc>
              <a:buSzPct val="100000"/>
              <a:buChar char="•"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Lưu/đọc file tự động khi khởi động và thoát chương trình</a:t>
            </a:r>
            <a:endParaRPr lang="en-US" sz="800" dirty="0"/>
          </a:p>
          <a:p>
            <a:pPr marL="342900" indent="-342900" algn="l">
              <a:lnSpc>
                <a:spcPts val="1100"/>
              </a:lnSpc>
              <a:buSzPct val="100000"/>
              <a:buChar char="•"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Giao diện console rõ ràng, phân trang danh sách, đọc phím tức thì bằng _getch()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706169" y="857027"/>
            <a:ext cx="1326059" cy="1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Đề xuất cải tiến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06169" y="1104751"/>
            <a:ext cx="2619152" cy="2883694"/>
          </a:xfrm>
          <a:prstGeom prst="roundRect">
            <a:avLst>
              <a:gd name="adj" fmla="val 1701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710931" y="1109514"/>
            <a:ext cx="2609627" cy="2402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17046" y="1158032"/>
            <a:ext cx="1090315" cy="14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Vấn đề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124203" y="1158032"/>
            <a:ext cx="1090315" cy="14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Giải pháp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710931" y="1349797"/>
            <a:ext cx="2609627" cy="52677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17046" y="1398315"/>
            <a:ext cx="1090315" cy="286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DocFile() không đọc NamSX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124203" y="1398315"/>
            <a:ext cx="1090315" cy="429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Bỏ comment dòng ifs &gt;&gt; NamSX; thêm ifs.ignore()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10931" y="1876574"/>
            <a:ext cx="2609627" cy="52677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17046" y="1925092"/>
            <a:ext cx="1090315" cy="286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Dữ liệu test không hợp lệ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124203" y="1925092"/>
            <a:ext cx="1090315" cy="429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Xóa data_phuongtien.txt và nhập lại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10931" y="2403351"/>
            <a:ext cx="2609627" cy="52677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17046" y="2451869"/>
            <a:ext cx="1090315" cy="286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Phụ thuộc Windows: conio.h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124203" y="2451869"/>
            <a:ext cx="1090315" cy="429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Mở rộng #ifdef _WIN32 hoặc dùng ncurses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10931" y="2930128"/>
            <a:ext cx="2609627" cy="52677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17046" y="2978646"/>
            <a:ext cx="1090315" cy="14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Tìm kiếm O(n)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124203" y="2978646"/>
            <a:ext cx="1090315" cy="429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Dùng std::unordered_map để tra cứu O(1)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10931" y="3456905"/>
            <a:ext cx="2609627" cy="52677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17046" y="3505423"/>
            <a:ext cx="1090315" cy="14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Chưa có sắp xếp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24203" y="3505423"/>
            <a:ext cx="1090315" cy="429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Thêm sắp xếp theo biển số hoặc năm sản xuất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823442" y="4152454"/>
            <a:ext cx="5497116" cy="647774"/>
          </a:xfrm>
          <a:prstGeom prst="roundRect">
            <a:avLst>
              <a:gd name="adj" fmla="val 6878"/>
            </a:avLst>
          </a:prstGeom>
          <a:solidFill>
            <a:srgbClr val="001D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9482" y="4301728"/>
            <a:ext cx="132606" cy="10604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2168128" y="4251871"/>
            <a:ext cx="5046390" cy="429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Kết luận:</a:t>
            </a:r>
            <a:r>
              <a:rPr lang="en-US" sz="8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Dự án QLPTGT là một chương trình quản lý phương tiện giao thông hoàn chỉnh ở mức học thuật, thể hiện tốt các kiến thức về lập trình hướng đối tượng trong C++. Điểm cần ưu tiên khắc phục là lỗi đọc/ghi trường NamSX trong các hàm DocFile/GhiFile.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1377</Words>
  <Application>Microsoft Office PowerPoint</Application>
  <PresentationFormat>On-screen Show (16:9)</PresentationFormat>
  <Paragraphs>159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Consolas</vt:lpstr>
      <vt:lpstr>Merriweather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Thanh Truyền Hoàng</cp:lastModifiedBy>
  <cp:revision>2</cp:revision>
  <dcterms:created xsi:type="dcterms:W3CDTF">2026-05-14T09:11:53Z</dcterms:created>
  <dcterms:modified xsi:type="dcterms:W3CDTF">2026-05-14T09:12:42Z</dcterms:modified>
</cp:coreProperties>
</file>